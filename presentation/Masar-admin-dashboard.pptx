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هاي لوحة إدارة مسار: من هون منتابع الطلاب والمواد والأسئلة لحظياً. كل إجابة على التلفون بتبيّن هون فوراً.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تسجيل جديد بيظهر فوراً مع رقم الطالب من 5 خانات. منشوف نشاط اليوم ودقّة الإجابات ومتوسط الجاهزية، وكم رسالة جاوبها رفيق من الجهاز المحلي.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قائمة الطلاب: لكل طالب رقمه، ومواده وجاهزيته بكل مادة بشريط ملوّن، وعدد إجاباته وآخر نشاط. بنقدر نبحث بالاسم أو بالرقم.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ملف أي طالب: خريطة المفاهيم لكل مادة، نفس اللي بيشوفها على تلفونه، وتاريخ جاهزيته. والأسئلة اللي جوابها بالمصدر مشكوك فيه بتنعلّم وما بتنعرض للطلاب.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: لوحة إدارة مسار" descr="لوحة إدارة مسا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: نظرة عامة" descr="نظرة عامة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: الطلاب" descr="الطلا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: ملف الطالب" descr="ملف الطالب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مسار · لوحة الإدارة</dc:title>
  <dc:subject>PptxGenJS Presentation</dc:subject>
  <dc:creator>صلاح · عامر · أسامة</dc:creator>
  <cp:lastModifiedBy>صلاح · عامر · أسامة</cp:lastModifiedBy>
  <cp:revision>1</cp:revision>
  <dcterms:created xsi:type="dcterms:W3CDTF">2026-10-10T08:00:30Z</dcterms:created>
  <dcterms:modified xsi:type="dcterms:W3CDTF">2026-10-10T08:00:30Z</dcterms:modified>
</cp:coreProperties>
</file>